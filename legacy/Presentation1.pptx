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6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/>
          <p:cNvGraphicFramePr/>
          <p:nvPr/>
        </p:nvGraphicFramePr>
        <p:xfrm>
          <a:off x="4533900" y="3482975"/>
          <a:ext cx="57607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/>
          <p:nvPr/>
        </p:nvGraphicFramePr>
        <p:xfrm>
          <a:off x="4533900" y="3081655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/>
          <p:nvPr/>
        </p:nvGraphicFramePr>
        <p:xfrm>
          <a:off x="40271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/>
          <p:nvPr/>
        </p:nvGraphicFramePr>
        <p:xfrm>
          <a:off x="2302510" y="3482975"/>
          <a:ext cx="13716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/>
          <p:nvPr/>
        </p:nvGraphicFramePr>
        <p:xfrm>
          <a:off x="18173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/>
          <p:nvPr/>
        </p:nvGraphicFramePr>
        <p:xfrm>
          <a:off x="4533900" y="1359535"/>
          <a:ext cx="41148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/>
          <p:nvPr/>
        </p:nvGraphicFramePr>
        <p:xfrm>
          <a:off x="4540250" y="2496820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/>
          <p:nvPr/>
        </p:nvGraphicFramePr>
        <p:xfrm>
          <a:off x="2302510" y="3072765"/>
          <a:ext cx="13716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/>
          <p:nvPr/>
        </p:nvGraphicFramePr>
        <p:xfrm>
          <a:off x="4039235" y="1359535"/>
          <a:ext cx="4572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9" name="Left Bracket 18"/>
          <p:cNvSpPr/>
          <p:nvPr/>
        </p:nvSpPr>
        <p:spPr>
          <a:xfrm flipH="1">
            <a:off x="8708390" y="2608580"/>
            <a:ext cx="231140" cy="682625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0" name="Left Bracket 19"/>
          <p:cNvSpPr/>
          <p:nvPr>
            <p:custDataLst>
              <p:tags r:id="rId1"/>
            </p:custDataLst>
          </p:nvPr>
        </p:nvSpPr>
        <p:spPr>
          <a:xfrm rot="5400000" flipH="1">
            <a:off x="3039745" y="4740910"/>
            <a:ext cx="168910" cy="2237740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30" name="Picture 29" descr="Screen Shot 2024-07-15 at 5.36.34 PM"/>
          <p:cNvPicPr>
            <a:picLocks noChangeAspect="1"/>
          </p:cNvPicPr>
          <p:nvPr/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3072130" y="5767070"/>
            <a:ext cx="262255" cy="365760"/>
          </a:xfrm>
          <a:prstGeom prst="rect">
            <a:avLst/>
          </a:prstGeom>
        </p:spPr>
      </p:pic>
      <p:pic>
        <p:nvPicPr>
          <p:cNvPr id="32" name="Picture 31" descr="Screen Shot 2024-07-15 at 5.36.34 PM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8827770" y="2787015"/>
            <a:ext cx="224790" cy="312420"/>
          </a:xfrm>
          <a:prstGeom prst="rect">
            <a:avLst/>
          </a:prstGeom>
        </p:spPr>
      </p:pic>
      <p:sp>
        <p:nvSpPr>
          <p:cNvPr id="33" name="Text Box 32"/>
          <p:cNvSpPr txBox="1"/>
          <p:nvPr/>
        </p:nvSpPr>
        <p:spPr>
          <a:xfrm>
            <a:off x="5578475" y="4248150"/>
            <a:ext cx="1915160" cy="36830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r>
              <a:rPr lang="en-US"/>
              <a:t>Values DataFrame</a:t>
            </a:r>
            <a:endParaRPr lang="en-US"/>
          </a:p>
        </p:txBody>
      </p:sp>
      <p:sp>
        <p:nvSpPr>
          <p:cNvPr id="34" name="Text Box 33"/>
          <p:cNvSpPr txBox="1"/>
          <p:nvPr>
            <p:custDataLst>
              <p:tags r:id="rId4"/>
            </p:custDataLst>
          </p:nvPr>
        </p:nvSpPr>
        <p:spPr>
          <a:xfrm>
            <a:off x="2362200" y="4117975"/>
            <a:ext cx="1231900" cy="64516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pPr algn="ctr"/>
            <a:r>
              <a:rPr lang="en-US"/>
              <a:t>Index</a:t>
            </a:r>
            <a:endParaRPr lang="en-US"/>
          </a:p>
          <a:p>
            <a:pPr algn="ctr"/>
            <a:r>
              <a:rPr lang="en-US"/>
              <a:t>DataFrame</a:t>
            </a:r>
            <a:endParaRPr lang="en-US"/>
          </a:p>
        </p:txBody>
      </p:sp>
      <p:sp>
        <p:nvSpPr>
          <p:cNvPr id="35" name="Text Box 34"/>
          <p:cNvSpPr txBox="1"/>
          <p:nvPr>
            <p:custDataLst>
              <p:tags r:id="rId5"/>
            </p:custDataLst>
          </p:nvPr>
        </p:nvSpPr>
        <p:spPr>
          <a:xfrm>
            <a:off x="5498465" y="171894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Columns DataFrame</a:t>
            </a:r>
            <a:endParaRPr lang="en-US"/>
          </a:p>
        </p:txBody>
      </p:sp>
      <p:sp>
        <p:nvSpPr>
          <p:cNvPr id="36" name="Text Box 35"/>
          <p:cNvSpPr txBox="1"/>
          <p:nvPr>
            <p:custDataLst>
              <p:tags r:id="rId6"/>
            </p:custDataLst>
          </p:nvPr>
        </p:nvSpPr>
        <p:spPr>
          <a:xfrm>
            <a:off x="9126855" y="259651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</a:t>
            </a:r>
            <a:endParaRPr lang="en-US"/>
          </a:p>
          <a:p>
            <a:r>
              <a:rPr lang="en-US"/>
              <a:t>Columns</a:t>
            </a:r>
            <a:endParaRPr lang="en-US"/>
          </a:p>
        </p:txBody>
      </p:sp>
      <p:sp>
        <p:nvSpPr>
          <p:cNvPr id="37" name="Text Box 36"/>
          <p:cNvSpPr txBox="1"/>
          <p:nvPr>
            <p:custDataLst>
              <p:tags r:id="rId7"/>
            </p:custDataLst>
          </p:nvPr>
        </p:nvSpPr>
        <p:spPr>
          <a:xfrm>
            <a:off x="2422525" y="6129020"/>
            <a:ext cx="211518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 Index</a:t>
            </a:r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</Words>
  <Application>WPS Presentation</Application>
  <PresentationFormat>宽屏</PresentationFormat>
  <Paragraphs>12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Calibri</vt:lpstr>
      <vt:lpstr>宋体</vt:lpstr>
      <vt:lpstr>微软雅黑</vt:lpstr>
      <vt:lpstr>汉仪旗黑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qn</dc:creator>
  <cp:lastModifiedBy>Luke</cp:lastModifiedBy>
  <cp:revision>22</cp:revision>
  <dcterms:created xsi:type="dcterms:W3CDTF">2024-07-15T14:52:25Z</dcterms:created>
  <dcterms:modified xsi:type="dcterms:W3CDTF">2024-07-15T14:52:25Z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1033-6.8.0.8846</vt:lpwstr>
  </property>
  <property fmtid="{D5CDD505-2E9C-101B-9397-08002B2CF9AE}" pid="3" name="ICV">
    <vt:lpwstr>C97F5A0CC84411FFF0E8946603D9B350_41</vt:lpwstr>
  </property>
</Properties>
</file>